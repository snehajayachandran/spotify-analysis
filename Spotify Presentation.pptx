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b729f0034_0_1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b729f003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3" name="Google Shape;13;p2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201389" y="1"/>
              <a:ext cx="1130725" cy="565575"/>
            </a:xfrm>
            <a:custGeom>
              <a:rect b="b" l="l" r="r" t="t"/>
              <a:pathLst>
                <a:path extrusionOk="0" h="565575" w="113072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564255" y="6292426"/>
              <a:ext cx="1130723" cy="565575"/>
            </a:xfrm>
            <a:custGeom>
              <a:rect b="b" l="l" r="r" t="t"/>
              <a:pathLst>
                <a:path extrusionOk="0" h="565575" w="1130723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64254" y="1"/>
              <a:ext cx="1130725" cy="565575"/>
            </a:xfrm>
            <a:custGeom>
              <a:rect b="b" l="l" r="r" t="t"/>
              <a:pathLst>
                <a:path extrusionOk="0" h="565575" w="113072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27118" y="6292426"/>
              <a:ext cx="1130724" cy="565575"/>
            </a:xfrm>
            <a:custGeom>
              <a:rect b="b" l="l" r="r" t="t"/>
              <a:pathLst>
                <a:path extrusionOk="0" h="565575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927117" y="0"/>
              <a:ext cx="1130726" cy="565576"/>
            </a:xfrm>
            <a:custGeom>
              <a:rect b="b" l="l" r="r" t="t"/>
              <a:pathLst>
                <a:path extrusionOk="0" h="565576" w="113072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289984" y="6292426"/>
              <a:ext cx="1130724" cy="565575"/>
            </a:xfrm>
            <a:custGeom>
              <a:rect b="b" l="l" r="r" t="t"/>
              <a:pathLst>
                <a:path extrusionOk="0" h="565575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289983" y="0"/>
              <a:ext cx="1130726" cy="565576"/>
            </a:xfrm>
            <a:custGeom>
              <a:rect b="b" l="l" r="r" t="t"/>
              <a:pathLst>
                <a:path extrusionOk="0" h="565576" w="113072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652854" y="6295069"/>
              <a:ext cx="539146" cy="562931"/>
            </a:xfrm>
            <a:custGeom>
              <a:rect b="b" l="l" r="r" t="t"/>
              <a:pathLst>
                <a:path extrusionOk="0" h="562931" w="539146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1652853" y="4923555"/>
              <a:ext cx="539147" cy="1125439"/>
            </a:xfrm>
            <a:custGeom>
              <a:rect b="b" l="l" r="r" t="t"/>
              <a:pathLst>
                <a:path extrusionOk="0" h="1125439" w="539147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1652853" y="3552039"/>
              <a:ext cx="539147" cy="1125438"/>
            </a:xfrm>
            <a:custGeom>
              <a:rect b="b" l="l" r="r" t="t"/>
              <a:pathLst>
                <a:path extrusionOk="0" h="1125438" w="539147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652853" y="2180524"/>
              <a:ext cx="539147" cy="1125438"/>
            </a:xfrm>
            <a:custGeom>
              <a:rect b="b" l="l" r="r" t="t"/>
              <a:pathLst>
                <a:path extrusionOk="0" h="1125438" w="539147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1652853" y="809010"/>
              <a:ext cx="539147" cy="1125439"/>
            </a:xfrm>
            <a:custGeom>
              <a:rect b="b" l="l" r="r" t="t"/>
              <a:pathLst>
                <a:path extrusionOk="0" h="1125439" w="539147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1652853" y="1"/>
              <a:ext cx="539147" cy="562933"/>
            </a:xfrm>
            <a:custGeom>
              <a:rect b="b" l="l" r="r" t="t"/>
              <a:pathLst>
                <a:path extrusionOk="0" h="562933" w="539147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 txBox="1"/>
          <p:nvPr>
            <p:ph type="ctrTitle"/>
          </p:nvPr>
        </p:nvSpPr>
        <p:spPr>
          <a:xfrm>
            <a:off x="565150" y="768334"/>
            <a:ext cx="5066001" cy="2866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" type="subTitle"/>
          </p:nvPr>
        </p:nvSpPr>
        <p:spPr>
          <a:xfrm>
            <a:off x="565150" y="4283239"/>
            <a:ext cx="5066001" cy="14751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2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2" type="sldNum"/>
          </p:nvPr>
        </p:nvSpPr>
        <p:spPr>
          <a:xfrm>
            <a:off x="4817335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2"/>
          <p:cNvCxnSpPr/>
          <p:nvPr/>
        </p:nvCxnSpPr>
        <p:spPr>
          <a:xfrm>
            <a:off x="565150" y="6087110"/>
            <a:ext cx="506600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45" name="Google Shape;45;p3"/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8928528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0291391" y="6292417"/>
              <a:ext cx="1130724" cy="565583"/>
            </a:xfrm>
            <a:custGeom>
              <a:rect b="b" l="l" r="r" t="t"/>
              <a:pathLst>
                <a:path extrusionOk="0" h="565583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291392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1654256" y="6295201"/>
              <a:ext cx="537744" cy="562799"/>
            </a:xfrm>
            <a:custGeom>
              <a:rect b="b" l="l" r="r" t="t"/>
              <a:pathLst>
                <a:path extrusionOk="0" h="562799" w="537744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1654256" y="4923687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1654256" y="3552173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1654256" y="2180659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1654256" y="809146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1654256" y="0"/>
              <a:ext cx="537744" cy="562788"/>
            </a:xfrm>
            <a:custGeom>
              <a:rect b="b" l="l" r="r" t="t"/>
              <a:pathLst>
                <a:path extrusionOk="0" h="562788" w="537744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3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"/>
          <p:cNvSpPr txBox="1"/>
          <p:nvPr>
            <p:ph idx="1" type="body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"/>
          <p:cNvSpPr txBox="1"/>
          <p:nvPr>
            <p:ph idx="12" type="sldNum"/>
          </p:nvPr>
        </p:nvSpPr>
        <p:spPr>
          <a:xfrm>
            <a:off x="7087169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3"/>
          <p:cNvCxnSpPr/>
          <p:nvPr/>
        </p:nvCxnSpPr>
        <p:spPr>
          <a:xfrm>
            <a:off x="565150" y="6087110"/>
            <a:ext cx="7335835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4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66" name="Google Shape;66;p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6201389" y="1"/>
              <a:ext cx="1130725" cy="565575"/>
            </a:xfrm>
            <a:custGeom>
              <a:rect b="b" l="l" r="r" t="t"/>
              <a:pathLst>
                <a:path extrusionOk="0" h="565575" w="113072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564255" y="6292426"/>
              <a:ext cx="1130723" cy="565575"/>
            </a:xfrm>
            <a:custGeom>
              <a:rect b="b" l="l" r="r" t="t"/>
              <a:pathLst>
                <a:path extrusionOk="0" h="565575" w="1130723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7564254" y="1"/>
              <a:ext cx="1130725" cy="565575"/>
            </a:xfrm>
            <a:custGeom>
              <a:rect b="b" l="l" r="r" t="t"/>
              <a:pathLst>
                <a:path extrusionOk="0" h="565575" w="113072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927118" y="6292426"/>
              <a:ext cx="1130724" cy="565575"/>
            </a:xfrm>
            <a:custGeom>
              <a:rect b="b" l="l" r="r" t="t"/>
              <a:pathLst>
                <a:path extrusionOk="0" h="565575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927117" y="0"/>
              <a:ext cx="1130726" cy="565576"/>
            </a:xfrm>
            <a:custGeom>
              <a:rect b="b" l="l" r="r" t="t"/>
              <a:pathLst>
                <a:path extrusionOk="0" h="565576" w="113072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10289984" y="6292426"/>
              <a:ext cx="1130724" cy="565575"/>
            </a:xfrm>
            <a:custGeom>
              <a:rect b="b" l="l" r="r" t="t"/>
              <a:pathLst>
                <a:path extrusionOk="0" h="565575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0289983" y="0"/>
              <a:ext cx="1130726" cy="565576"/>
            </a:xfrm>
            <a:custGeom>
              <a:rect b="b" l="l" r="r" t="t"/>
              <a:pathLst>
                <a:path extrusionOk="0" h="565576" w="113072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11652854" y="6295069"/>
              <a:ext cx="539146" cy="562931"/>
            </a:xfrm>
            <a:custGeom>
              <a:rect b="b" l="l" r="r" t="t"/>
              <a:pathLst>
                <a:path extrusionOk="0" h="562931" w="539146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11652853" y="4923555"/>
              <a:ext cx="539147" cy="1125439"/>
            </a:xfrm>
            <a:custGeom>
              <a:rect b="b" l="l" r="r" t="t"/>
              <a:pathLst>
                <a:path extrusionOk="0" h="1125439" w="539147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11652853" y="3552039"/>
              <a:ext cx="539147" cy="1125438"/>
            </a:xfrm>
            <a:custGeom>
              <a:rect b="b" l="l" r="r" t="t"/>
              <a:pathLst>
                <a:path extrusionOk="0" h="1125438" w="539147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11652853" y="2180524"/>
              <a:ext cx="539147" cy="1125438"/>
            </a:xfrm>
            <a:custGeom>
              <a:rect b="b" l="l" r="r" t="t"/>
              <a:pathLst>
                <a:path extrusionOk="0" h="1125438" w="539147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11652853" y="809010"/>
              <a:ext cx="539147" cy="1125439"/>
            </a:xfrm>
            <a:custGeom>
              <a:rect b="b" l="l" r="r" t="t"/>
              <a:pathLst>
                <a:path extrusionOk="0" h="1125439" w="539147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1652853" y="1"/>
              <a:ext cx="539147" cy="562933"/>
            </a:xfrm>
            <a:custGeom>
              <a:rect b="b" l="l" r="r" t="t"/>
              <a:pathLst>
                <a:path extrusionOk="0" h="562933" w="539147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4"/>
          <p:cNvSpPr txBox="1"/>
          <p:nvPr>
            <p:ph type="title"/>
          </p:nvPr>
        </p:nvSpPr>
        <p:spPr>
          <a:xfrm>
            <a:off x="565150" y="768351"/>
            <a:ext cx="5066001" cy="2334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565150" y="4255453"/>
            <a:ext cx="5066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>
                <a:solidFill>
                  <a:srgbClr val="A5A5A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4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"/>
          <p:cNvSpPr txBox="1"/>
          <p:nvPr>
            <p:ph idx="12" type="sldNum"/>
          </p:nvPr>
        </p:nvSpPr>
        <p:spPr>
          <a:xfrm>
            <a:off x="4817335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4"/>
          <p:cNvCxnSpPr/>
          <p:nvPr/>
        </p:nvCxnSpPr>
        <p:spPr>
          <a:xfrm>
            <a:off x="565150" y="6087110"/>
            <a:ext cx="506600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98" name="Google Shape;98;p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11653180" y="6295093"/>
              <a:ext cx="538821" cy="562907"/>
            </a:xfrm>
            <a:custGeom>
              <a:rect b="b" l="l" r="r" t="t"/>
              <a:pathLst>
                <a:path extrusionOk="0" h="562907" w="538821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1653180" y="2180552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562851" y="2365755"/>
            <a:ext cx="5239512" cy="339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5"/>
          <p:cNvSpPr txBox="1"/>
          <p:nvPr>
            <p:ph idx="2" type="body"/>
          </p:nvPr>
        </p:nvSpPr>
        <p:spPr>
          <a:xfrm>
            <a:off x="6389638" y="2365755"/>
            <a:ext cx="5239512" cy="339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5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1" name="Google Shape;111;p5"/>
          <p:cNvCxnSpPr/>
          <p:nvPr/>
        </p:nvCxnSpPr>
        <p:spPr>
          <a:xfrm>
            <a:off x="565150" y="6087110"/>
            <a:ext cx="1105834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14" name="Google Shape;114;p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11653180" y="6295093"/>
              <a:ext cx="538821" cy="562907"/>
            </a:xfrm>
            <a:custGeom>
              <a:rect b="b" l="l" r="r" t="t"/>
              <a:pathLst>
                <a:path extrusionOk="0" h="562907" w="538821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1653180" y="2180552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6"/>
          <p:cNvSpPr txBox="1"/>
          <p:nvPr>
            <p:ph type="title"/>
          </p:nvPr>
        </p:nvSpPr>
        <p:spPr>
          <a:xfrm>
            <a:off x="566928" y="768096"/>
            <a:ext cx="7333488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562149" y="2365756"/>
            <a:ext cx="523951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6"/>
          <p:cNvSpPr txBox="1"/>
          <p:nvPr>
            <p:ph idx="2" type="body"/>
          </p:nvPr>
        </p:nvSpPr>
        <p:spPr>
          <a:xfrm>
            <a:off x="562149" y="3189668"/>
            <a:ext cx="5239512" cy="257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"/>
          <p:cNvSpPr txBox="1"/>
          <p:nvPr>
            <p:ph idx="3" type="body"/>
          </p:nvPr>
        </p:nvSpPr>
        <p:spPr>
          <a:xfrm>
            <a:off x="6383066" y="2365756"/>
            <a:ext cx="523951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6"/>
          <p:cNvSpPr txBox="1"/>
          <p:nvPr>
            <p:ph idx="4" type="body"/>
          </p:nvPr>
        </p:nvSpPr>
        <p:spPr>
          <a:xfrm>
            <a:off x="6383066" y="3189668"/>
            <a:ext cx="5239512" cy="257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9" name="Google Shape;129;p6"/>
          <p:cNvCxnSpPr/>
          <p:nvPr/>
        </p:nvCxnSpPr>
        <p:spPr>
          <a:xfrm>
            <a:off x="565150" y="6087110"/>
            <a:ext cx="1105834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32" name="Google Shape;132;p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11653180" y="6295093"/>
              <a:ext cx="538821" cy="562907"/>
            </a:xfrm>
            <a:custGeom>
              <a:rect b="b" l="l" r="r" t="t"/>
              <a:pathLst>
                <a:path extrusionOk="0" h="562907" w="538821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11653180" y="2180552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7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3" name="Google Shape;143;p7"/>
          <p:cNvCxnSpPr/>
          <p:nvPr/>
        </p:nvCxnSpPr>
        <p:spPr>
          <a:xfrm>
            <a:off x="565150" y="6087110"/>
            <a:ext cx="1105834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9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50" name="Google Shape;150;p9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11653180" y="6295093"/>
              <a:ext cx="538821" cy="562907"/>
            </a:xfrm>
            <a:custGeom>
              <a:rect b="b" l="l" r="r" t="t"/>
              <a:pathLst>
                <a:path extrusionOk="0" h="562907" w="538821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1653180" y="2180552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9"/>
          <p:cNvSpPr txBox="1"/>
          <p:nvPr>
            <p:ph type="title"/>
          </p:nvPr>
        </p:nvSpPr>
        <p:spPr>
          <a:xfrm>
            <a:off x="565151" y="764973"/>
            <a:ext cx="3609982" cy="1395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5104832" y="770890"/>
            <a:ext cx="6112517" cy="4800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8" name="Google Shape;158;p9"/>
          <p:cNvSpPr txBox="1"/>
          <p:nvPr>
            <p:ph idx="2" type="body"/>
          </p:nvPr>
        </p:nvSpPr>
        <p:spPr>
          <a:xfrm>
            <a:off x="565150" y="2160016"/>
            <a:ext cx="3609983" cy="370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9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9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2" name="Google Shape;162;p9"/>
          <p:cNvCxnSpPr/>
          <p:nvPr/>
        </p:nvCxnSpPr>
        <p:spPr>
          <a:xfrm>
            <a:off x="565150" y="6087110"/>
            <a:ext cx="1105834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0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5" name="Google Shape;165;p10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11653180" y="6295093"/>
              <a:ext cx="538821" cy="562907"/>
            </a:xfrm>
            <a:custGeom>
              <a:rect b="b" l="l" r="r" t="t"/>
              <a:pathLst>
                <a:path extrusionOk="0" h="562907" w="538821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11653180" y="2180552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10"/>
          <p:cNvSpPr txBox="1"/>
          <p:nvPr>
            <p:ph type="title"/>
          </p:nvPr>
        </p:nvSpPr>
        <p:spPr>
          <a:xfrm>
            <a:off x="565150" y="770889"/>
            <a:ext cx="3609983" cy="13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0"/>
          <p:cNvSpPr/>
          <p:nvPr>
            <p:ph idx="2" type="pic"/>
          </p:nvPr>
        </p:nvSpPr>
        <p:spPr>
          <a:xfrm>
            <a:off x="5223838" y="890816"/>
            <a:ext cx="6060136" cy="487041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4" name="Google Shape;174;p10"/>
          <p:cNvSpPr txBox="1"/>
          <p:nvPr>
            <p:ph idx="1" type="body"/>
          </p:nvPr>
        </p:nvSpPr>
        <p:spPr>
          <a:xfrm>
            <a:off x="565150" y="2160016"/>
            <a:ext cx="3609983" cy="3601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5" name="Google Shape;175;p10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0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0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8" name="Google Shape;178;p10"/>
          <p:cNvCxnSpPr/>
          <p:nvPr/>
        </p:nvCxnSpPr>
        <p:spPr>
          <a:xfrm>
            <a:off x="565150" y="6087110"/>
            <a:ext cx="1105834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81" name="Google Shape;181;p11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928528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10291391" y="6292417"/>
              <a:ext cx="1130724" cy="565583"/>
            </a:xfrm>
            <a:custGeom>
              <a:rect b="b" l="l" r="r" t="t"/>
              <a:pathLst>
                <a:path extrusionOk="0" h="565583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10291392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11654256" y="6295201"/>
              <a:ext cx="537744" cy="562799"/>
            </a:xfrm>
            <a:custGeom>
              <a:rect b="b" l="l" r="r" t="t"/>
              <a:pathLst>
                <a:path extrusionOk="0" h="562799" w="537744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1654256" y="4923687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11654256" y="3552173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654256" y="2180659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11654256" y="809146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11654256" y="0"/>
              <a:ext cx="537744" cy="562788"/>
            </a:xfrm>
            <a:custGeom>
              <a:rect b="b" l="l" r="r" t="t"/>
              <a:pathLst>
                <a:path extrusionOk="0" h="562788" w="537744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11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1"/>
          <p:cNvSpPr txBox="1"/>
          <p:nvPr>
            <p:ph idx="1" type="body"/>
          </p:nvPr>
        </p:nvSpPr>
        <p:spPr>
          <a:xfrm rot="5400000">
            <a:off x="2432462" y="292704"/>
            <a:ext cx="3601212" cy="7335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1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1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1"/>
          <p:cNvSpPr txBox="1"/>
          <p:nvPr>
            <p:ph idx="12" type="sldNum"/>
          </p:nvPr>
        </p:nvSpPr>
        <p:spPr>
          <a:xfrm>
            <a:off x="7086480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9" name="Google Shape;199;p11"/>
          <p:cNvCxnSpPr/>
          <p:nvPr/>
        </p:nvCxnSpPr>
        <p:spPr>
          <a:xfrm>
            <a:off x="565150" y="6087110"/>
            <a:ext cx="7335146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2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2" name="Google Shape;202;p12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11653180" y="6295093"/>
              <a:ext cx="538821" cy="562907"/>
            </a:xfrm>
            <a:custGeom>
              <a:rect b="b" l="l" r="r" t="t"/>
              <a:pathLst>
                <a:path extrusionOk="0" h="562907" w="538821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11653180" y="2180552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12"/>
          <p:cNvSpPr txBox="1"/>
          <p:nvPr>
            <p:ph type="title"/>
          </p:nvPr>
        </p:nvSpPr>
        <p:spPr>
          <a:xfrm rot="5400000">
            <a:off x="7692050" y="2234675"/>
            <a:ext cx="4784598" cy="2268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2"/>
          <p:cNvSpPr txBox="1"/>
          <p:nvPr>
            <p:ph idx="1" type="body"/>
          </p:nvPr>
        </p:nvSpPr>
        <p:spPr>
          <a:xfrm rot="5400000">
            <a:off x="2304880" y="-763100"/>
            <a:ext cx="4784598" cy="8264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12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2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2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3" name="Google Shape;213;p12"/>
          <p:cNvCxnSpPr/>
          <p:nvPr/>
        </p:nvCxnSpPr>
        <p:spPr>
          <a:xfrm>
            <a:off x="565150" y="6087110"/>
            <a:ext cx="1105834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66928" y="457200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i4xXil1X53g?si=JoHpOsV7gH6CL-L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3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19" name="Google Shape;219;p13"/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8928528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0291391" y="6292417"/>
              <a:ext cx="1130724" cy="565583"/>
            </a:xfrm>
            <a:custGeom>
              <a:rect b="b" l="l" r="r" t="t"/>
              <a:pathLst>
                <a:path extrusionOk="0" h="565583" w="1130724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10291392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11654256" y="6295201"/>
              <a:ext cx="537744" cy="562799"/>
            </a:xfrm>
            <a:custGeom>
              <a:rect b="b" l="l" r="r" t="t"/>
              <a:pathLst>
                <a:path extrusionOk="0" h="562799" w="537744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1654256" y="4923687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11654256" y="3552173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11654256" y="2180659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11654256" y="809146"/>
              <a:ext cx="537744" cy="1125156"/>
            </a:xfrm>
            <a:custGeom>
              <a:rect b="b" l="l" r="r" t="t"/>
              <a:pathLst>
                <a:path extrusionOk="0" h="1125156" w="537744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11654256" y="0"/>
              <a:ext cx="537744" cy="562788"/>
            </a:xfrm>
            <a:custGeom>
              <a:rect b="b" l="l" r="r" t="t"/>
              <a:pathLst>
                <a:path extrusionOk="0" h="562788" w="537744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2" name="Google Shape;232;p13"/>
          <p:cNvCxnSpPr/>
          <p:nvPr/>
        </p:nvCxnSpPr>
        <p:spPr>
          <a:xfrm>
            <a:off x="565150" y="6087110"/>
            <a:ext cx="7335835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13"/>
          <p:cNvGrpSpPr/>
          <p:nvPr/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35" name="Google Shape;235;p13"/>
            <p:cNvSpPr/>
            <p:nvPr/>
          </p:nvSpPr>
          <p:spPr>
            <a:xfrm>
              <a:off x="10290315" y="0"/>
              <a:ext cx="1130724" cy="565573"/>
            </a:xfrm>
            <a:custGeom>
              <a:rect b="b" l="l" r="r" t="t"/>
              <a:pathLst>
                <a:path extrusionOk="0" h="565573" w="1130724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11653180" y="3552066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11653180" y="809039"/>
              <a:ext cx="538821" cy="1125373"/>
            </a:xfrm>
            <a:custGeom>
              <a:rect b="b" l="l" r="r" t="t"/>
              <a:pathLst>
                <a:path extrusionOk="0" h="1125373" w="538821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11653180" y="0"/>
              <a:ext cx="538821" cy="562898"/>
            </a:xfrm>
            <a:custGeom>
              <a:rect b="b" l="l" r="r" t="t"/>
              <a:pathLst>
                <a:path extrusionOk="0" h="562898" w="538821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13"/>
          <p:cNvSpPr txBox="1"/>
          <p:nvPr>
            <p:ph type="ctrTitle"/>
          </p:nvPr>
        </p:nvSpPr>
        <p:spPr>
          <a:xfrm>
            <a:off x="6140175" y="770900"/>
            <a:ext cx="6051600" cy="2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/>
              <a:t>Spotify Dashboard Project</a:t>
            </a:r>
            <a:endParaRPr sz="3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/>
              <a:t>Assignment 2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240" name="Google Shape;240;p13"/>
          <p:cNvSpPr txBox="1"/>
          <p:nvPr>
            <p:ph idx="1" type="subTitle"/>
          </p:nvPr>
        </p:nvSpPr>
        <p:spPr>
          <a:xfrm>
            <a:off x="6757332" y="2160016"/>
            <a:ext cx="4869508" cy="3601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1016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10160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10160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10160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10160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10160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Presented By:-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/>
              <a:t>Sneha Jayachandran (23979684)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/>
              <a:t>Undram Chinges (24498014)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/>
              <a:t>Pavithra Devi Balashanmugam (24251484)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/>
              <a:t>Muhammad Aariful Islam (24584192)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/>
              <a:t>Saloni (24557371)</a:t>
            </a:r>
            <a:endParaRPr/>
          </a:p>
        </p:txBody>
      </p:sp>
      <p:cxnSp>
        <p:nvCxnSpPr>
          <p:cNvPr id="241" name="Google Shape;241;p13"/>
          <p:cNvCxnSpPr/>
          <p:nvPr/>
        </p:nvCxnSpPr>
        <p:spPr>
          <a:xfrm>
            <a:off x="7493279" y="6087110"/>
            <a:ext cx="41335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diagram of different types of visualization&#10;&#10;AI-generated content may be incorrect." id="242" name="Google Shape;2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605125"/>
            <a:ext cx="6139925" cy="56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type="title"/>
          </p:nvPr>
        </p:nvSpPr>
        <p:spPr>
          <a:xfrm>
            <a:off x="565150" y="770890"/>
            <a:ext cx="1852041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screenshot of a music dashboard&#10;&#10;AI-generated content may be incorrect." id="248" name="Google Shape;24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57" y="221803"/>
            <a:ext cx="11461200" cy="663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>
            <p:ph type="title"/>
          </p:nvPr>
        </p:nvSpPr>
        <p:spPr>
          <a:xfrm>
            <a:off x="565150" y="770890"/>
            <a:ext cx="1227740" cy="47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screenshot of a music chart&#10;&#10;AI-generated content may be incorrect." id="254" name="Google Shape;25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138" y="176398"/>
            <a:ext cx="11485146" cy="649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screenshot of a music chart&#10;&#10;AI-generated content may be incorrect." id="260" name="Google Shape;26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63" y="167094"/>
            <a:ext cx="11712694" cy="6492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AI-generated content may be incorrect." id="266" name="Google Shape;26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19" y="206171"/>
            <a:ext cx="11754255" cy="6375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AI-generated content may be incorrect." id="272" name="Google Shape;272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13" y="206171"/>
            <a:ext cx="11681241" cy="6401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black background with green text&#10;&#10;AI-generated content may be incorrect." id="278" name="Google Shape;27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095" y="232222"/>
            <a:ext cx="11650203" cy="64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screen shot of a computer code&#10;&#10;AI-generated content may be incorrect." id="284" name="Google Shape;28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671" y="154068"/>
            <a:ext cx="11829152" cy="6518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>
            <p:ph type="title"/>
          </p:nvPr>
        </p:nvSpPr>
        <p:spPr>
          <a:xfrm>
            <a:off x="565150" y="770890"/>
            <a:ext cx="7335900" cy="126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Video Link</a:t>
            </a:r>
            <a:endParaRPr/>
          </a:p>
        </p:txBody>
      </p:sp>
      <p:sp>
        <p:nvSpPr>
          <p:cNvPr id="290" name="Google Shape;290;p21"/>
          <p:cNvSpPr txBox="1"/>
          <p:nvPr>
            <p:ph idx="1" type="body"/>
          </p:nvPr>
        </p:nvSpPr>
        <p:spPr>
          <a:xfrm>
            <a:off x="565150" y="2160025"/>
            <a:ext cx="8148300" cy="360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https://youtu.be/i4xXil1X53g?si=JoHpOsV7gH6CL-LM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